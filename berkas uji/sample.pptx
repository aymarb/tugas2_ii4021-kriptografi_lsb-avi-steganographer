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1700" y="733085"/>
            <a:ext cx="5058410" cy="72809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11150">
              <a:lnSpc>
                <a:spcPct val="110200"/>
              </a:lnSpc>
              <a:spcBef>
                <a:spcPts val="100"/>
              </a:spcBef>
              <a:tabLst>
                <a:tab pos="2400935" algn="l"/>
                <a:tab pos="3469640" algn="l"/>
                <a:tab pos="3569970" algn="l"/>
              </a:tabLst>
            </a:pPr>
            <a:r>
              <a:rPr dirty="0" sz="7200" spc="-10">
                <a:latin typeface="Arial MT"/>
                <a:cs typeface="Arial MT"/>
              </a:rPr>
              <a:t>Halo,</a:t>
            </a:r>
            <a:r>
              <a:rPr dirty="0" sz="7200">
                <a:latin typeface="Arial MT"/>
                <a:cs typeface="Arial MT"/>
              </a:rPr>
              <a:t>	</a:t>
            </a:r>
            <a:r>
              <a:rPr dirty="0" sz="7200" spc="-25">
                <a:latin typeface="Arial MT"/>
                <a:cs typeface="Arial MT"/>
              </a:rPr>
              <a:t>ini</a:t>
            </a:r>
            <a:r>
              <a:rPr dirty="0" sz="7200">
                <a:latin typeface="Arial MT"/>
                <a:cs typeface="Arial MT"/>
              </a:rPr>
              <a:t>		</a:t>
            </a:r>
            <a:r>
              <a:rPr dirty="0" sz="7200" spc="-20">
                <a:latin typeface="Arial MT"/>
                <a:cs typeface="Arial MT"/>
              </a:rPr>
              <a:t>file </a:t>
            </a:r>
            <a:r>
              <a:rPr dirty="0" sz="7200" spc="-10">
                <a:latin typeface="Arial MT"/>
                <a:cs typeface="Arial MT"/>
              </a:rPr>
              <a:t>payload</a:t>
            </a:r>
            <a:r>
              <a:rPr dirty="0" sz="7200">
                <a:latin typeface="Arial MT"/>
                <a:cs typeface="Arial MT"/>
              </a:rPr>
              <a:t>	</a:t>
            </a:r>
            <a:r>
              <a:rPr dirty="0" sz="7200" spc="-25">
                <a:latin typeface="Arial MT"/>
                <a:cs typeface="Arial MT"/>
              </a:rPr>
              <a:t>uji </a:t>
            </a:r>
            <a:r>
              <a:rPr dirty="0" sz="7200" spc="-10">
                <a:latin typeface="Arial MT"/>
                <a:cs typeface="Arial MT"/>
              </a:rPr>
              <a:t>untuk</a:t>
            </a:r>
            <a:endParaRPr sz="7200">
              <a:latin typeface="Arial MT"/>
              <a:cs typeface="Arial MT"/>
            </a:endParaRPr>
          </a:p>
          <a:p>
            <a:pPr marL="12700" marR="5080">
              <a:lnSpc>
                <a:spcPct val="110200"/>
              </a:lnSpc>
              <a:tabLst>
                <a:tab pos="2452370" algn="l"/>
              </a:tabLst>
            </a:pPr>
            <a:r>
              <a:rPr dirty="0" sz="7200" spc="-10">
                <a:latin typeface="Arial MT"/>
                <a:cs typeface="Arial MT"/>
              </a:rPr>
              <a:t>steganografi video</a:t>
            </a:r>
            <a:r>
              <a:rPr dirty="0" sz="7200">
                <a:latin typeface="Arial MT"/>
                <a:cs typeface="Arial MT"/>
              </a:rPr>
              <a:t>	</a:t>
            </a:r>
            <a:r>
              <a:rPr dirty="0" sz="7200" spc="-425">
                <a:latin typeface="Arial MT"/>
                <a:cs typeface="Arial MT"/>
              </a:rPr>
              <a:t>A</a:t>
            </a:r>
            <a:r>
              <a:rPr dirty="0" sz="7200" spc="110">
                <a:latin typeface="Arial MT"/>
                <a:cs typeface="Arial MT"/>
              </a:rPr>
              <a:t>VI.</a:t>
            </a:r>
            <a:r>
              <a:rPr dirty="0" sz="7200" spc="-25">
                <a:latin typeface="Arial MT"/>
                <a:cs typeface="Arial MT"/>
              </a:rPr>
              <a:t> </a:t>
            </a:r>
            <a:r>
              <a:rPr dirty="0" sz="7200" spc="-10">
                <a:latin typeface="Arial MT"/>
                <a:cs typeface="Arial MT"/>
              </a:rPr>
              <a:t>pptx.</a:t>
            </a:r>
            <a:endParaRPr sz="7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sample_ppt</dc:title>
  <dcterms:created xsi:type="dcterms:W3CDTF">2026-03-31T01:31:51Z</dcterms:created>
  <dcterms:modified xsi:type="dcterms:W3CDTF">2026-03-31T01:31:51Z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2026-03-31T00:00:00Z</vt:filetime>
  </property>
  <property fmtid="{D5CDD505-2E9C-101B-9397-08002B2CF9AE}" pid="3" name="Producer">
    <vt:lpwstr>Skia/PDF m148 Google Docs Renderer</vt:lpwstr>
  </property>
  <property fmtid="{D5CDD505-2E9C-101B-9397-08002B2CF9AE}" pid="4" name="LastSaved">
    <vt:filetime>2026-03-31T00:00:00Z</vt:filetime>
  </property>
</Properties>
</file>